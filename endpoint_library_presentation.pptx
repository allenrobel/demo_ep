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Typed Endpoint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Design Goals &amp; Benefits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The Question We're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"Why all this complexity?"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"Why not just hardcode endpoint paths?"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"Why not use a generic query-string builder?"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Let's explore why this design pays dividends...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Design Goals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365760" y="3200400"/>
            <a:ext cx="8412480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1. Type Safety as a First-Class Concern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Pydantic validates parameters on assignment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Field constraints enforce valid ranges (min_length, max_length)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Enums restrict values to API-valid options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Errors caught at development time, not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Courier New"/>
              </a:defRPr>
            </a:pPr>
            <a:r>
              <a:t>fabric_name: Optional[str] = Field(</a:t>
            </a:r>
            <a:br/>
            <a:r>
              <a:t>    default=None,</a:t>
            </a:r>
            <a:br/>
            <a:r>
              <a:t>    min_length=1,</a:t>
            </a:r>
            <a:br/>
            <a:r>
              <a:t>    max_length=64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2. Single Source of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Base URL paths → BasePath class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HTTP verbs → Each endpoint's verb property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Required parameters → Mixin fields + path validation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Query parameter formats → to_query_string() methods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When API changes, updates are localized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365760" y="3200400"/>
            <a:ext cx="8412480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3. Composition Over Inheritance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Mixins provide reusable field definitions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Query parameters are composable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No deep inheritance hierarchies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Mix and match capabilities as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Courier New"/>
              </a:defRPr>
            </a:pPr>
            <a:r>
              <a:t>class EpFabricDelete(FabricNameMixin, BaseModel):</a:t>
            </a:r>
            <a:br/>
            <a:r>
              <a:t>    # Inherits fabric_name with all validation</a:t>
            </a:r>
            <a:br/>
            <a:r>
              <a:t>   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4. Separation of Concerns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base_paths.py → URL path construction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query_params.py → Query string building &amp; validation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enums.py → Type-safe enumerated values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onemanage_*_endpoints.py → Domain-specific endpoint modules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Each module independently testable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365760" y="3200400"/>
            <a:ext cx="8412480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5. Consistent Developer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Every endpoint works the same way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Learn one pattern, apply everywhere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IDE autocomplete guides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Courier New"/>
              </a:defRPr>
            </a:pPr>
            <a:r>
              <a:t>request = EpFabricConfigDeploy()</a:t>
            </a:r>
            <a:br/>
            <a:r>
              <a:t>request.fabric_name = "MyFabric"</a:t>
            </a:r>
            <a:br/>
            <a:r>
              <a:t>request.query_params.force_show_run = "true"</a:t>
            </a:r>
            <a:br/>
            <a:br/>
            <a:r>
              <a:t>path = request.path  # Complete URL</a:t>
            </a:r>
            <a:br/>
            <a:r>
              <a:t>verb = request.verb  # HTTP method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Benefits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Hardcoded Strings vs. Typed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Hardcoded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Errors surface at runtime (404s, 400s)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No IDE autocomplete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Validation scattered or missing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API changes require codebase search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Easy to typo parameter names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No documentation at point of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A00"/>
                </a:solidFill>
              </a:defRPr>
            </a:pPr>
            <a:r>
              <a:t>Typed Endpoint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Errors caught before runtime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Full IDE support &amp; autocomplete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Centralized validation rules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API changes localized to domain modules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Enums prevent typos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Self-documenting with examples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Testability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Each endpoint class is independently instantiable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Unit test path generation without HTTP calls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Unit test parameter validation in isolation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Unit test query string building separately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Mocking is straightforward—pass objects, not strings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Developer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Autocomplete shows all available endpoints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Hover for docstrings with usage examples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Type checkers catch misuse immediately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Refactoring tools rename safely across codebase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New team members onboard faster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Maintainability at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API contract encoded in the type system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Change a constraint once, propagates everywhere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Clear separation makes debugging easier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Consistent patterns reduce cognitive load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Documentation lives with the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Graceful Degradation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Works with or without Pydantic installed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Fallback classes maintain basic functionality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Supports diverse deployment environments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Full validation when Pydantic available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Yes, it's more code upfront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But: fewer runtime errors, better IDE support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Centralized API knowledge = easier maintenance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Type safety catches bugs before they ship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Investment pays off as codebase scales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The complexity serves correctness, maintainability, and developer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